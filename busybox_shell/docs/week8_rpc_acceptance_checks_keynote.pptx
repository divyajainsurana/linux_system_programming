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Double-click to edi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8" name="Double-click to edi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Week 8 Sockets Cli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Week 8 Sockets Client</a:t>
            </a:r>
          </a:p>
        </p:txBody>
      </p:sp>
      <p:sp>
        <p:nvSpPr>
          <p:cNvPr id="141" name="Acceptance Check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Acceptance Checks</a:t>
            </a:r>
          </a:p>
          <a:p>
            <a:pPr/>
            <a:r>
              <a:t>AiShell rpc command + local MCP-style toy server</a:t>
            </a:r>
          </a:p>
          <a:p>
            <a:pPr/>
          </a:p>
          <a:p>
            <a:pPr/>
            <a:r>
              <a:t>Verification: ./test.sh -&gt; Total test cases: 162, All tests passed!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Acceptance Checkli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Acceptance Checklist</a:t>
            </a:r>
          </a:p>
        </p:txBody>
      </p:sp>
      <p:sp>
        <p:nvSpPr>
          <p:cNvPr id="144" name="PASS: Client command connects and exchanges dat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PASS: Client command connects and exchanges data</a:t>
            </a:r>
          </a:p>
          <a:p>
            <a:pPr/>
            <a:r>
              <a:t>PASS: Handles errors cleanly</a:t>
            </a:r>
          </a:p>
          <a:p>
            <a:pPr/>
            <a:r>
              <a:t>PASS: Timeout prevents hanging via --timeout</a:t>
            </a:r>
          </a:p>
          <a:p>
            <a:pPr/>
            <a:r>
              <a:t>PASS: Human-readable output</a:t>
            </a:r>
          </a:p>
          <a:p>
            <a:pPr/>
            <a:r>
              <a:t>PASS: Optional --json has stable schema</a:t>
            </a:r>
          </a:p>
          <a:p>
            <a:pPr/>
            <a:r>
              <a:t>PASS: Help and registry are consistent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Local MCP-Style Flo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Local MCP-Style Flow</a:t>
            </a:r>
          </a:p>
        </p:txBody>
      </p:sp>
      <p:sp>
        <p:nvSpPr>
          <p:cNvPr id="147" name="User command -&gt; AiShell rpc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User command -&gt; AiShell rpc</a:t>
            </a:r>
          </a:p>
          <a:p>
            <a:pPr/>
            <a:r>
              <a:t>AiShell rpc -&gt; TCP socket 127.0.0.1:9000</a:t>
            </a:r>
          </a:p>
          <a:p>
            <a:pPr/>
            <a:r>
              <a:t>toy_rpc_server receives one line request</a:t>
            </a:r>
          </a:p>
          <a:p>
            <a:pPr/>
            <a:r>
              <a:t>Server runs matching tool logic</a:t>
            </a:r>
          </a:p>
          <a:p>
            <a:pPr/>
            <a:r>
              <a:t>Response returns and prints in shell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Implementation Ma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Implementation Map</a:t>
            </a:r>
          </a:p>
        </p:txBody>
      </p:sp>
      <p:sp>
        <p:nvSpPr>
          <p:cNvPr id="150" name="busybox_shell/cmd_rpc.c -&gt; client comman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busybox_shell/cmd_rpc.c -&gt; client command</a:t>
            </a:r>
          </a:p>
          <a:p>
            <a:pPr/>
            <a:r>
              <a:t>busybox_shell/register_all_commands.c -&gt; registry</a:t>
            </a:r>
          </a:p>
          <a:p>
            <a:pPr/>
            <a:r>
              <a:t>busybox_shell/Makefile -&gt; build integration</a:t>
            </a:r>
          </a:p>
          <a:p>
            <a:pPr/>
            <a:r>
              <a:t>Session 8_ Sockets Client/toy_rpc_server.c -&gt; local server</a:t>
            </a:r>
          </a:p>
          <a:p>
            <a:pPr/>
            <a:r>
              <a:t>Session 8_ Sockets Client/example_agent.c -&gt; C demo agent</a:t>
            </a:r>
          </a:p>
          <a:p>
            <a:pPr/>
            <a:r>
              <a:t>busybox_shell/docs/session8_rpc_demo.md -&gt; work log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Line-Based Protoco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Line-Based Protocol</a:t>
            </a:r>
          </a:p>
        </p:txBody>
      </p:sp>
      <p:sp>
        <p:nvSpPr>
          <p:cNvPr id="153" name="request = METHOD [ARGS...] newli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3550" indent="-463550" defTabSz="602615">
              <a:spcBef>
                <a:spcPts val="4300"/>
              </a:spcBef>
              <a:defRPr sz="3504"/>
            </a:pPr>
            <a:r>
              <a:t>request = METHOD [ARGS...] newline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args = space-separated tokens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key/value tokens use colon syntax: key:value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Examples: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initialize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list_tools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call_tool get_time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call_tool list_files path:.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Demo: Start Serv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Demo: Start Server</a:t>
            </a:r>
          </a:p>
        </p:txBody>
      </p:sp>
      <p:sp>
        <p:nvSpPr>
          <p:cNvPr id="156" name="Terminal 1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 defTabSz="792479">
              <a:spcBef>
                <a:spcPts val="5600"/>
              </a:spcBef>
              <a:defRPr sz="4608"/>
            </a:pPr>
            <a:r>
              <a:t>Terminal 1:</a:t>
            </a:r>
          </a:p>
          <a:p>
            <a:pPr marL="609600" indent="-609600" defTabSz="792479">
              <a:spcBef>
                <a:spcPts val="5600"/>
              </a:spcBef>
              <a:defRPr sz="4608"/>
            </a:pPr>
            <a:r>
              <a:t>cd "Session 8_ Sockets Client"</a:t>
            </a:r>
          </a:p>
          <a:p>
            <a:pPr marL="609600" indent="-609600" defTabSz="792479">
              <a:spcBef>
                <a:spcPts val="5600"/>
              </a:spcBef>
              <a:defRPr sz="4608"/>
            </a:pPr>
            <a:r>
              <a:t>make</a:t>
            </a:r>
          </a:p>
          <a:p>
            <a:pPr marL="609600" indent="-609600" defTabSz="792479">
              <a:spcBef>
                <a:spcPts val="5600"/>
              </a:spcBef>
              <a:defRPr sz="4608"/>
            </a:pPr>
            <a:r>
              <a:t>./toy_rpc_server</a:t>
            </a:r>
          </a:p>
          <a:p>
            <a:pPr marL="609600" indent="-609600" defTabSz="792479">
              <a:spcBef>
                <a:spcPts val="5600"/>
              </a:spcBef>
              <a:defRPr sz="4608"/>
            </a:pPr>
          </a:p>
          <a:p>
            <a:pPr marL="609600" indent="-609600" defTabSz="792479">
              <a:spcBef>
                <a:spcPts val="5600"/>
              </a:spcBef>
              <a:defRPr sz="4608"/>
            </a:pPr>
            <a:r>
              <a:t>Expected:</a:t>
            </a:r>
          </a:p>
          <a:p>
            <a:pPr marL="609600" indent="-609600" defTabSz="792479">
              <a:spcBef>
                <a:spcPts val="5600"/>
              </a:spcBef>
              <a:defRPr sz="4608"/>
            </a:pPr>
            <a:r>
              <a:t>toy_rpc_server listening on 127.0.0.1:9000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Demo: Use AiShell RPC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Demo: Use AiShell RPC</a:t>
            </a:r>
          </a:p>
        </p:txBody>
      </p:sp>
      <p:sp>
        <p:nvSpPr>
          <p:cNvPr id="159" name="Terminal 2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Terminal 2:</a:t>
            </a:r>
          </a:p>
          <a:p>
            <a:pPr/>
            <a:r>
              <a:t>cd busybox_shell</a:t>
            </a:r>
          </a:p>
          <a:p>
            <a:pPr/>
            <a:r>
              <a:t>./busybox_shell rpc initialize</a:t>
            </a:r>
          </a:p>
          <a:p>
            <a:pPr/>
            <a:r>
              <a:t>./busybox_shell rpc list_tools</a:t>
            </a:r>
          </a:p>
          <a:p>
            <a:pPr/>
            <a:r>
              <a:t>./busybox_shell rpc call_tool get_time</a:t>
            </a:r>
          </a:p>
          <a:p>
            <a:pPr/>
            <a:r>
              <a:t>./busybox_shell rpc call_tool list_files path:.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Expected Outpu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Expected Output</a:t>
            </a:r>
          </a:p>
        </p:txBody>
      </p:sp>
      <p:sp>
        <p:nvSpPr>
          <p:cNvPr id="162" name="$ ./busybox_shell rpc initializ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27050" indent="-527050" defTabSz="685165">
              <a:spcBef>
                <a:spcPts val="4800"/>
              </a:spcBef>
              <a:defRPr sz="3984"/>
            </a:pPr>
            <a:r>
              <a:t>$ ./busybox_shell rpc initialize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RESULT initialize server=toy_rpc version=1.0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$ ./busybox_shell rpc list_tools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RESULT list_tools get_time echo list_files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$ ./busybox_shell rpc call_tool get_time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RESULT get_time 2026-06-03 11:51:09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meout And Erro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Timeout And Errors</a:t>
            </a:r>
          </a:p>
        </p:txBody>
      </p:sp>
      <p:sp>
        <p:nvSpPr>
          <p:cNvPr id="165" name="$ ./busybox_shell rpc --timeout 2 call_tool get_tim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27050" indent="-527050" defTabSz="685165">
              <a:spcBef>
                <a:spcPts val="4800"/>
              </a:spcBef>
              <a:defRPr sz="3984"/>
            </a:pPr>
            <a:r>
              <a:t>$ ./busybox_shell rpc --timeout 2 call_tool get_time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Sets send/receive socket timeout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$ ./busybox_shell rpc --timeout 0 initialize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rpc: timeout must be an integer from 1 to 300 seconds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No server running: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rpc: could not connect to 127.0.0.1:9000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Help And Regist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Help And Registry</a:t>
            </a:r>
          </a:p>
        </p:txBody>
      </p:sp>
      <p:sp>
        <p:nvSpPr>
          <p:cNvPr id="168" name="$ ./busybox_shell help | grep rpc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27050" indent="-527050" defTabSz="685165">
              <a:spcBef>
                <a:spcPts val="4800"/>
              </a:spcBef>
              <a:defRPr sz="3984"/>
            </a:pPr>
            <a:r>
              <a:t>$ ./busybox_shell help | grep rpc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rpc - send a line-based RPC request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$ ./busybox_shell help rpc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Usage: rpc [--host HOST] [--port PORT] [--timeout SECONDS] [--json] REQUEST...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$ ./busybox_shell rpc --protocol</a:t>
            </a:r>
          </a:p>
          <a:p>
            <a:pPr marL="527050" indent="-527050" defTabSz="685165">
              <a:spcBef>
                <a:spcPts val="4800"/>
              </a:spcBef>
              <a:defRPr sz="3984"/>
            </a:pPr>
            <a:r>
              <a:t>Line-based RPC protocol: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Verification Summa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Verification Summary</a:t>
            </a:r>
          </a:p>
        </p:txBody>
      </p:sp>
      <p:sp>
        <p:nvSpPr>
          <p:cNvPr id="171" name="11.14 rpc appears in shell help PAS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3550" indent="-463550" defTabSz="602615">
              <a:spcBef>
                <a:spcPts val="4300"/>
              </a:spcBef>
              <a:defRPr sz="3504"/>
            </a:pPr>
            <a:r>
              <a:t>11.14 rpc appears in shell help PASS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11.15 rpc help prints usage PASS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11.16 rpc help shows timeout option PASS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11.17 rpc json help includes summary PASS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11.18 rpc protocol prints line format PASS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11.19 rpc rejects invalid timeout PASS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Total test cases: 162</a:t>
            </a:r>
          </a:p>
          <a:p>
            <a:pPr marL="463550" indent="-463550" defTabSz="602615">
              <a:spcBef>
                <a:spcPts val="4300"/>
              </a:spcBef>
              <a:defRPr sz="3504"/>
            </a:pPr>
            <a:r>
              <a:t>All tests passed!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